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4798D-A457-46AE-9D8C-F07BB2F963E7}" v="7" dt="2026-02-25T18:58:36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nksha Pednekar" userId="8d6cdcd1c9250840" providerId="LiveId" clId="{FEAEB74D-3C7F-46CE-8FBC-6866739A747C}"/>
    <pc:docChg chg="undo custSel addSld delSld modSld">
      <pc:chgData name="Aakanksha Pednekar" userId="8d6cdcd1c9250840" providerId="LiveId" clId="{FEAEB74D-3C7F-46CE-8FBC-6866739A747C}" dt="2026-02-25T19:01:58.667" v="76" actId="20577"/>
      <pc:docMkLst>
        <pc:docMk/>
      </pc:docMkLst>
      <pc:sldChg chg="modSp mod">
        <pc:chgData name="Aakanksha Pednekar" userId="8d6cdcd1c9250840" providerId="LiveId" clId="{FEAEB74D-3C7F-46CE-8FBC-6866739A747C}" dt="2026-02-25T18:55:40.679" v="9" actId="20577"/>
        <pc:sldMkLst>
          <pc:docMk/>
          <pc:sldMk cId="3321432953" sldId="259"/>
        </pc:sldMkLst>
        <pc:spChg chg="mod">
          <ac:chgData name="Aakanksha Pednekar" userId="8d6cdcd1c9250840" providerId="LiveId" clId="{FEAEB74D-3C7F-46CE-8FBC-6866739A747C}" dt="2026-02-25T18:55:40.679" v="9" actId="20577"/>
          <ac:spMkLst>
            <pc:docMk/>
            <pc:sldMk cId="3321432953" sldId="259"/>
            <ac:spMk id="4" creationId="{C374D3DB-D13B-7FE0-FB39-9CAA7EDE8A3A}"/>
          </ac:spMkLst>
        </pc:spChg>
      </pc:sldChg>
      <pc:sldChg chg="modSp mod">
        <pc:chgData name="Aakanksha Pednekar" userId="8d6cdcd1c9250840" providerId="LiveId" clId="{FEAEB74D-3C7F-46CE-8FBC-6866739A747C}" dt="2026-02-25T19:01:58.667" v="76" actId="20577"/>
        <pc:sldMkLst>
          <pc:docMk/>
          <pc:sldMk cId="3858331788" sldId="261"/>
        </pc:sldMkLst>
        <pc:spChg chg="mod">
          <ac:chgData name="Aakanksha Pednekar" userId="8d6cdcd1c9250840" providerId="LiveId" clId="{FEAEB74D-3C7F-46CE-8FBC-6866739A747C}" dt="2026-02-25T19:01:58.667" v="76" actId="20577"/>
          <ac:spMkLst>
            <pc:docMk/>
            <pc:sldMk cId="3858331788" sldId="261"/>
            <ac:spMk id="4" creationId="{1DC33AB2-86A7-3AF6-089A-89D56F8A0638}"/>
          </ac:spMkLst>
        </pc:spChg>
      </pc:sldChg>
      <pc:sldChg chg="modSp mod">
        <pc:chgData name="Aakanksha Pednekar" userId="8d6cdcd1c9250840" providerId="LiveId" clId="{FEAEB74D-3C7F-46CE-8FBC-6866739A747C}" dt="2026-02-25T18:56:32.737" v="18" actId="5793"/>
        <pc:sldMkLst>
          <pc:docMk/>
          <pc:sldMk cId="2663038138" sldId="262"/>
        </pc:sldMkLst>
        <pc:spChg chg="mod">
          <ac:chgData name="Aakanksha Pednekar" userId="8d6cdcd1c9250840" providerId="LiveId" clId="{FEAEB74D-3C7F-46CE-8FBC-6866739A747C}" dt="2026-02-25T18:55:46.822" v="11" actId="20577"/>
          <ac:spMkLst>
            <pc:docMk/>
            <pc:sldMk cId="2663038138" sldId="262"/>
            <ac:spMk id="2" creationId="{445ABD88-8D92-9F4A-C40B-594F18A759E4}"/>
          </ac:spMkLst>
        </pc:spChg>
        <pc:spChg chg="mod">
          <ac:chgData name="Aakanksha Pednekar" userId="8d6cdcd1c9250840" providerId="LiveId" clId="{FEAEB74D-3C7F-46CE-8FBC-6866739A747C}" dt="2026-02-25T18:56:32.737" v="18" actId="5793"/>
          <ac:spMkLst>
            <pc:docMk/>
            <pc:sldMk cId="2663038138" sldId="262"/>
            <ac:spMk id="3" creationId="{CAEFD71F-8F35-05F1-7ABC-45F55A4444D5}"/>
          </ac:spMkLst>
        </pc:spChg>
      </pc:sldChg>
      <pc:sldChg chg="new del">
        <pc:chgData name="Aakanksha Pednekar" userId="8d6cdcd1c9250840" providerId="LiveId" clId="{FEAEB74D-3C7F-46CE-8FBC-6866739A747C}" dt="2026-02-25T18:58:57.974" v="39" actId="47"/>
        <pc:sldMkLst>
          <pc:docMk/>
          <pc:sldMk cId="2732284511" sldId="263"/>
        </pc:sldMkLst>
      </pc:sldChg>
      <pc:sldChg chg="addSp delSp modSp new mod">
        <pc:chgData name="Aakanksha Pednekar" userId="8d6cdcd1c9250840" providerId="LiveId" clId="{FEAEB74D-3C7F-46CE-8FBC-6866739A747C}" dt="2026-02-25T18:59:30.032" v="41" actId="20577"/>
        <pc:sldMkLst>
          <pc:docMk/>
          <pc:sldMk cId="373050915" sldId="264"/>
        </pc:sldMkLst>
        <pc:spChg chg="mod">
          <ac:chgData name="Aakanksha Pednekar" userId="8d6cdcd1c9250840" providerId="LiveId" clId="{FEAEB74D-3C7F-46CE-8FBC-6866739A747C}" dt="2026-02-25T18:57:01.727" v="21"/>
          <ac:spMkLst>
            <pc:docMk/>
            <pc:sldMk cId="373050915" sldId="264"/>
            <ac:spMk id="2" creationId="{7DE1EA69-FB35-479D-AC42-7FBE08975BCC}"/>
          </ac:spMkLst>
        </pc:spChg>
        <pc:spChg chg="del">
          <ac:chgData name="Aakanksha Pednekar" userId="8d6cdcd1c9250840" providerId="LiveId" clId="{FEAEB74D-3C7F-46CE-8FBC-6866739A747C}" dt="2026-02-25T18:57:14.979" v="22"/>
          <ac:spMkLst>
            <pc:docMk/>
            <pc:sldMk cId="373050915" sldId="264"/>
            <ac:spMk id="3" creationId="{42CF388D-709F-0D02-E1AA-7D85476807BC}"/>
          </ac:spMkLst>
        </pc:spChg>
        <pc:spChg chg="add mod">
          <ac:chgData name="Aakanksha Pednekar" userId="8d6cdcd1c9250840" providerId="LiveId" clId="{FEAEB74D-3C7F-46CE-8FBC-6866739A747C}" dt="2026-02-25T18:59:30.032" v="41" actId="20577"/>
          <ac:spMkLst>
            <pc:docMk/>
            <pc:sldMk cId="373050915" sldId="264"/>
            <ac:spMk id="4" creationId="{113981A3-085A-17DC-BC2B-857D7107C8EE}"/>
          </ac:spMkLst>
        </pc:spChg>
      </pc:sldChg>
      <pc:sldChg chg="modSp new del mod">
        <pc:chgData name="Aakanksha Pednekar" userId="8d6cdcd1c9250840" providerId="LiveId" clId="{FEAEB74D-3C7F-46CE-8FBC-6866739A747C}" dt="2026-02-25T18:59:58.919" v="57" actId="47"/>
        <pc:sldMkLst>
          <pc:docMk/>
          <pc:sldMk cId="3278795066" sldId="265"/>
        </pc:sldMkLst>
        <pc:spChg chg="mod">
          <ac:chgData name="Aakanksha Pednekar" userId="8d6cdcd1c9250840" providerId="LiveId" clId="{FEAEB74D-3C7F-46CE-8FBC-6866739A747C}" dt="2026-02-25T18:59:42.828" v="55" actId="20577"/>
          <ac:spMkLst>
            <pc:docMk/>
            <pc:sldMk cId="3278795066" sldId="265"/>
            <ac:spMk id="3" creationId="{9D20DA4E-394D-D4AF-3A26-08493176CF6E}"/>
          </ac:spMkLst>
        </pc:spChg>
      </pc:sldChg>
      <pc:sldChg chg="modSp new mod">
        <pc:chgData name="Aakanksha Pednekar" userId="8d6cdcd1c9250840" providerId="LiveId" clId="{FEAEB74D-3C7F-46CE-8FBC-6866739A747C}" dt="2026-02-25T19:00:15.594" v="69" actId="20577"/>
        <pc:sldMkLst>
          <pc:docMk/>
          <pc:sldMk cId="1971437010" sldId="266"/>
        </pc:sldMkLst>
        <pc:spChg chg="mod">
          <ac:chgData name="Aakanksha Pednekar" userId="8d6cdcd1c9250840" providerId="LiveId" clId="{FEAEB74D-3C7F-46CE-8FBC-6866739A747C}" dt="2026-02-25T19:00:15.594" v="69" actId="20577"/>
          <ac:spMkLst>
            <pc:docMk/>
            <pc:sldMk cId="1971437010" sldId="266"/>
            <ac:spMk id="2" creationId="{A0A6D68F-C0CC-EC10-B3A4-B9FC9E6A5E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32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5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58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93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47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8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21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6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4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09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97DA3-9FB1-4F13-9F6E-07AAE62ED4E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36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049C-CE7D-5E15-5342-86CE9408A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58721"/>
          </a:xfrm>
        </p:spPr>
        <p:txBody>
          <a:bodyPr>
            <a:normAutofit/>
          </a:bodyPr>
          <a:lstStyle/>
          <a:p>
            <a:r>
              <a:rPr lang="en-US" sz="3600" dirty="0"/>
              <a:t>Data Cleaning AND Learning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A396E-A259-DD1B-114C-C04DAC414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b="1" dirty="0"/>
              <a:t>Intern Tasks February month-2026</a:t>
            </a:r>
          </a:p>
          <a:p>
            <a:pPr algn="r"/>
            <a:r>
              <a:rPr lang="en-IN" b="1" dirty="0"/>
              <a:t>By: Aakanksha Pednekar</a:t>
            </a:r>
          </a:p>
        </p:txBody>
      </p:sp>
    </p:spTree>
    <p:extLst>
      <p:ext uri="{BB962C8B-B14F-4D97-AF65-F5344CB8AC3E}">
        <p14:creationId xmlns:p14="http://schemas.microsoft.com/office/powerpoint/2010/main" val="380728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F086-B67E-5291-817B-6AF3D8D1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A9D8DC-DD85-CCEA-F03A-1064D341EB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1" y="2589926"/>
            <a:ext cx="1048118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is very important in data analysis.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datasets contain many errors.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errors can be missing values, wrong data, or incorrect formats.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project, I completed many data cleaning tasks.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task helped me understand real-world data problems.</a:t>
            </a:r>
          </a:p>
        </p:txBody>
      </p:sp>
    </p:spTree>
    <p:extLst>
      <p:ext uri="{BB962C8B-B14F-4D97-AF65-F5344CB8AC3E}">
        <p14:creationId xmlns:p14="http://schemas.microsoft.com/office/powerpoint/2010/main" val="302926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A02C-62CE-C73D-CF61-FFF8C1C9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285D1D-33BE-3636-07B2-15F4ABBF0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48378"/>
            <a:ext cx="856749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learn different data cleaning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find and fix errors in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data quality before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work with different tools and file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gain practical experience with real data.</a:t>
            </a:r>
          </a:p>
        </p:txBody>
      </p:sp>
    </p:spTree>
    <p:extLst>
      <p:ext uri="{BB962C8B-B14F-4D97-AF65-F5344CB8AC3E}">
        <p14:creationId xmlns:p14="http://schemas.microsoft.com/office/powerpoint/2010/main" val="384784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AC10-00D1-274E-858A-71B3F92B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and Missing Data Tasks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74D3DB-D13B-7FE0-FB39-9CAA7EDE8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792" y="2428714"/>
            <a:ext cx="1040612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Audit &amp; Logic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a large Excel file manually.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Found errors like negative age and future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Data Trap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Cleaned different types of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all missing values into one standard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43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C89D-0F38-27DC-0343-5F0267C9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 and Language-Based Tasks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3999B3-764B-97DC-5147-2228868C8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171379"/>
            <a:ext cx="96032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Found data that is not possible in real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 : Used housing prices dataset for this , where the conditions 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</a:t>
            </a:r>
            <a:r>
              <a:rPr lang="en-US" altLang="en-US" sz="1800" dirty="0" err="1"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latin typeface="Arial" panose="020B0604020202020204" pitchFamily="34" charset="0"/>
              </a:rPr>
              <a:t>. number of bathrooms are greater than number of bedrooms.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</a:t>
            </a:r>
            <a:r>
              <a:rPr lang="en-US" altLang="en-US" sz="1800" dirty="0">
                <a:latin typeface="Arial" panose="020B0604020202020204" pitchFamily="34" charset="0"/>
              </a:rPr>
              <a:t>ii. Housing prices having negative values.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Language Challenge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Cleaned data using only R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was not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6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2094-F03E-6A79-9855-8BC38FF9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Text, Date, and Time Cleaning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C33AB2-86A7-3AF6-089A-89D56F8A0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448377"/>
            <a:ext cx="89017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Regex Nightmare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Cleaned text data using regular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combined columns into separate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&amp; Time zones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Fixed character encoding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different date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time zone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formats into standard date – time  format.</a:t>
            </a:r>
          </a:p>
        </p:txBody>
      </p:sp>
    </p:spTree>
    <p:extLst>
      <p:ext uri="{BB962C8B-B14F-4D97-AF65-F5344CB8AC3E}">
        <p14:creationId xmlns:p14="http://schemas.microsoft.com/office/powerpoint/2010/main" val="3858331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BD88-8D92-9F4A-C40B-594F18A7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D71F-8F35-05F1-7ABC-45F55A444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Visual Data Quality Audit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dirty="0"/>
              <a:t>Created a dashboard in Power BI.</a:t>
            </a:r>
          </a:p>
          <a:p>
            <a:pPr marL="0" indent="0">
              <a:buNone/>
            </a:pPr>
            <a:r>
              <a:rPr lang="en-US" dirty="0"/>
              <a:t>Showed missing values using charts.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038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EA69-FB35-479D-AC42-7FBE0897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Data Tasks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3981A3-085A-17DC-BC2B-857D7107C8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09879"/>
            <a:ext cx="96032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Uncleanable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nested JSON data into a CSV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Handled missing and list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Created, merged, and cleaned multiple CSV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 final Power BI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5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D68F-C0CC-EC10-B3A4-B9FC9E6A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714370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343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Gill Sans MT</vt:lpstr>
      <vt:lpstr>Gallery</vt:lpstr>
      <vt:lpstr>Data Cleaning AND Learning</vt:lpstr>
      <vt:lpstr>Introduction</vt:lpstr>
      <vt:lpstr>Objectives </vt:lpstr>
      <vt:lpstr>Manual and Missing Data Tasks</vt:lpstr>
      <vt:lpstr>Logic and Language-Based Tasks</vt:lpstr>
      <vt:lpstr>Text, Date, and Time Cleaning</vt:lpstr>
      <vt:lpstr>Data Visualization</vt:lpstr>
      <vt:lpstr>Advanced Data Tasks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Aakanksha Pednekar</dc:creator>
  <cp:lastModifiedBy>Aakanksha Pednekar</cp:lastModifiedBy>
  <cp:revision>1</cp:revision>
  <dcterms:created xsi:type="dcterms:W3CDTF">2026-02-25T18:35:38Z</dcterms:created>
  <dcterms:modified xsi:type="dcterms:W3CDTF">2026-02-25T19:02:00Z</dcterms:modified>
</cp:coreProperties>
</file>